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62626"/>
                </a:solidFill>
                <a:latin typeface="Calibri"/>
              </a:rPr>
              <a:t>Charge time, plug-in → 80 % after a 40 °C ride (min)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Thermal hold (no current)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· 244 min</c:v>
                  </c:pt>
                  <c:pt idx="1">
                    <c:v>A: NMC + Al plate · 92 min</c:v>
                  </c:pt>
                  <c:pt idx="2">
                    <c:v>B: LFP 16S8P · 97 min</c:v>
                  </c:pt>
                  <c:pt idx="3">
                    <c:v>C: + BMS observer · 277 min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48.2</c:v>
                </c:pt>
                <c:pt idx="1">
                  <c:v>0</c:v>
                </c:pt>
                <c:pt idx="2">
                  <c:v>0</c:v>
                </c:pt>
                <c:pt idx="3">
                  <c:v>89.5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Charging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· 244 min</c:v>
                  </c:pt>
                  <c:pt idx="1">
                    <c:v>A: NMC + Al plate · 92 min</c:v>
                  </c:pt>
                  <c:pt idx="2">
                    <c:v>B: LFP 16S8P · 97 min</c:v>
                  </c:pt>
                  <c:pt idx="3">
                    <c:v>C: + BMS observer · 277 min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195.5</c:v>
                </c:pt>
                <c:pt idx="1">
                  <c:v>92.1</c:v>
                </c:pt>
                <c:pt idx="2">
                  <c:v>97.4</c:v>
                </c:pt>
                <c:pt idx="3">
                  <c:v>187.1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One-slider for the initial submission. Every number comes from the CLI run of studies/escooter_48v and the calibration record, the same sources as docs/PackForge_pitch.pptx.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tFa07/battery-energy-system" TargetMode="Externa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TELIPORT Season 4 · Tata Elxsi · Case Study 2: Reusable Digital Platform for Designing Battery Energy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34095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PackForge · Falak Anwar · Zaid Alam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PackForge shows that a 48 V scooter pack charges hidden cells at 47.6 °C after a hot ride, and ranks three fixes before any hardware is built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637178" cy="217627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9105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Problem understanding · Desirability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327141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 V e-scooter pack (13S10P NMC, 2,263 Wh) at 40 °C, plugged in straight after the ride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NTCs read 3.2 K low; after a 48 min hold the BMS charges interior cells at 47.6 °C (limit 45 °C)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learning why designs fail and pack engineers choosing what to prototype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7258" y="1481328"/>
            <a:ext cx="3637178" cy="217627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0138" y="159105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Feasibility · Innovation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60138" y="1984248"/>
            <a:ext cx="327141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file feeds an electro-thermal sim, a sensor-only BMS and a conflict checker (11 requirements, 14 interface rules)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cause chains with fixes, blind-spot metric, virtual hotspot sensor, evidence levels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 s per study on a laptop; a new option is one JSON 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1481328"/>
            <a:ext cx="3637178" cy="217627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0197" y="159105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Engineering quality · Prototype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80197" y="1984248"/>
            <a:ext cx="327141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fitted on public TU Berlin data (proxy cell LG M50LT) at 25 and 35 °C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hold-out logs at 45 °C: voltage RMSE 17–18 mV (median)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underestimated ~2×, so every design is re-run at 2× heat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automated tests incl. heat balance and a hand‑calc bound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840480"/>
          <a:ext cx="5760720" cy="2359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3749954" y="4453128"/>
            <a:ext cx="0" cy="1280160"/>
          </a:xfrm>
          <a:prstGeom prst="line">
            <a:avLst/>
          </a:prstGeom>
          <a:noFill/>
          <a:ln w="22225">
            <a:solidFill>
              <a:srgbClr val="C2410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3813962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 min limit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6520" y="3840480"/>
            <a:ext cx="5287975" cy="2359152"/>
          </a:xfrm>
          <a:prstGeom prst="rect">
            <a:avLst/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3950208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viability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29400" y="4343400"/>
            <a:ext cx="4922215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LFP for new packs: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 min, ₹18.2 k per usable kWh (lowest), ~3× cycle life (estimate); over mass and volume targets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NMC + Al plate if mass is capped: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 min, +₹2.7 k per pack; the only design that passes at 2× heat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BMS observer for packs already built: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₹0, safe at 44.5 °C, 277 min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LFP cell is not validated; at 2× heat B misses the limit by 0.02 K and A becomes the pick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LFP charge test (≤ 2S, fused) decides B or 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Yao, Droese &amp; Kowal (2026), TU Berlin, DOI 10.14279/depositonce-25110, CC BY 4.0. Costs and masses are generic class values. No design is claimed AIS‑156 compliant. </a:t>
            </a:r>
            <a:pPr indent="0" marL="0">
              <a:buNone/>
            </a:pPr>
            <a:r>
              <a:rPr lang="en-US" sz="950" u="sng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github.com/gitFa07/battery-energy-system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office.falakanwar@gmail.com · zaidlc319@gmail.com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PackForge: one-slider</dc:title>
  <dc:subject>PptxGenJS Presentation</dc:subject>
  <dc:creator>Falak Anwar, Zaid Alam</dc:creator>
  <cp:lastModifiedBy>Falak Anwar, Zaid Alam</cp:lastModifiedBy>
  <cp:revision>1</cp:revision>
  <dcterms:created xsi:type="dcterms:W3CDTF">2026-10-31T11:13:55Z</dcterms:created>
  <dcterms:modified xsi:type="dcterms:W3CDTF">2026-10-31T11:13:55Z</dcterms:modified>
</cp:coreProperties>
</file>